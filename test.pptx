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Optimizing Customer Onboarding: A UX‑Centric Approach for GCP Sales Engineers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Enhancing Customer Success through Structured Engagement</a:t>
            </a:r>
          </a:p>
          <a:p>
            <a:r>
              <a:t>Date: 2025‑05‑02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Customer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Lifecycle stages: Discover → Adopt → Expand → Renew</a:t>
            </a:r>
          </a:p>
          <a:p>
            <a:pPr>
              <a:defRPr sz="1800"/>
            </a:pPr>
            <a:r>
              <a:t>Align onboarding with business objectives</a:t>
            </a:r>
          </a:p>
          <a:p>
            <a:pPr>
              <a:defRPr sz="1800"/>
            </a:pPr>
            <a:r>
              <a:t>Identify common blockers early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Strong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Create projects &amp; billing accounts</a:t>
            </a:r>
          </a:p>
          <a:p>
            <a:pPr>
              <a:defRPr sz="1800"/>
            </a:pPr>
            <a:r>
              <a:t>Configure IAM least‑privilege roles</a:t>
            </a:r>
          </a:p>
          <a:p>
            <a:pPr>
              <a:defRPr sz="1800"/>
            </a:pPr>
            <a:r>
              <a:t>Baseline security &amp; compliance policies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the Onboarding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Intuitive workflow templates</a:t>
            </a:r>
          </a:p>
          <a:p>
            <a:pPr>
              <a:defRPr sz="1800"/>
            </a:pPr>
            <a:r>
              <a:t>GCP Technical Onboarding Center assets</a:t>
            </a:r>
          </a:p>
          <a:p>
            <a:pPr>
              <a:defRPr sz="1800"/>
            </a:pPr>
            <a:r>
              <a:t>Personalised rollout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Implementing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Weekly checkpoints &amp; feedback loops</a:t>
            </a:r>
          </a:p>
          <a:p>
            <a:pPr>
              <a:defRPr sz="1800"/>
            </a:pPr>
            <a:r>
              <a:t>Self‑service docs, runbooks, videos</a:t>
            </a:r>
          </a:p>
          <a:p>
            <a:pPr>
              <a:defRPr sz="1800"/>
            </a:pPr>
            <a:r>
              <a:t>Customer Engagement Suite escalation paths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Define KPIs: time‑to‑value, NPS, activation %</a:t>
            </a:r>
          </a:p>
          <a:p>
            <a:pPr>
              <a:defRPr sz="1800"/>
            </a:pPr>
            <a:r>
              <a:t>Use Looker dashboards &amp; BigQuery telemetry</a:t>
            </a:r>
          </a:p>
          <a:p>
            <a:pPr>
              <a:defRPr sz="1800"/>
            </a:pPr>
            <a:r>
              <a:t>Iterate based on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Gather post‑launch feedback</a:t>
            </a:r>
          </a:p>
          <a:p>
            <a:pPr>
              <a:defRPr sz="1800"/>
            </a:pPr>
            <a:r>
              <a:t>Track GCP release notes</a:t>
            </a:r>
          </a:p>
          <a:p>
            <a:pPr>
              <a:defRPr sz="1800"/>
            </a:pPr>
            <a:r>
              <a:t>Embed Kaizen culture across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